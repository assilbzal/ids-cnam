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858000" y="73152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ONE: THE ENEMY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365760" y="1828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Age of AI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65760" y="27889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security breach begins with a story. An attacker finds a crack.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stays silent. A defender learns the hard way."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Assil  ·  Bzal  ·  Fadia Minkara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THE OPENING SCENE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this...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155448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3:00 AM. Your phone buzzes. Your cloud bill has doubled in two hours. You log in.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S3 buckets are empty. Your databases are gone. Your compute instances are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cryptocurrency for someone else.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IDS logged nothing. No signature matched. No alert fired.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cloud security in the age of AI.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90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Tonight, we answer three questions: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429000"/>
            <a:ext cx="8595360" cy="411480"/>
          </a:xfrm>
          <a:prstGeom prst="rect">
            <a:avLst/>
          </a:prstGeom>
          <a:solidFill>
            <a:srgbClr val="0D1F2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4728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three main cloud attacks hunting you right now?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3931920"/>
            <a:ext cx="8595360" cy="411480"/>
          </a:xfrm>
          <a:prstGeom prst="rect">
            <a:avLst/>
          </a:prstGeom>
          <a:solidFill>
            <a:srgbClr val="1A14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5020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Why does traditional defense fail against each one?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solidFill>
            <a:srgbClr val="0D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5312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does AI become the shield you never knew you needed?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ACT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Villains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great story has antagonists. Here are yours.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834640" cy="338328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371600"/>
            <a:ext cx="2834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08760"/>
            <a:ext cx="777240" cy="777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350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2807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2004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flood of traffic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NIGHTMARE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20040" y="3675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service vanishes.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bill explodes.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72968" y="1371600"/>
            <a:ext cx="2834640" cy="3383280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72968" y="137160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508760"/>
            <a:ext cx="777240" cy="7772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64408" y="2350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264408" y="2807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264408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keys or misconfigured roles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264408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NIGHTMARE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264408" y="3675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stranger becomes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admin.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17336" y="1371600"/>
            <a:ext cx="2834640" cy="3383280"/>
          </a:xfrm>
          <a:prstGeom prst="rect">
            <a:avLst/>
          </a:prstGeom>
          <a:solidFill>
            <a:srgbClr val="120A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17336" y="137160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508760"/>
            <a:ext cx="777240" cy="7772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08776" y="2350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6208776" y="2807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6208776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you already trust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08776" y="3456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NIGHTMARE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6208776" y="36758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enemy wears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face.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ACT ONE, SCENE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DDoS Attack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834640" cy="1691640"/>
          </a:xfrm>
          <a:prstGeom prst="rect">
            <a:avLst/>
          </a:prstGeom>
          <a:solidFill>
            <a:srgbClr val="1A22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05840"/>
            <a:ext cx="28346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13990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floods, ICMP, DNS amplification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9293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1122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multiplies cost under attack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005840"/>
            <a:ext cx="2834640" cy="169164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00584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78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46120" y="13990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floods, Ping of Death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19293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46120" y="21122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connection table overflows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834640" cy="169164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005840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078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0" y="13990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floods, Slowloris — low and slow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19293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1122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thresholds, looks like real users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2880" y="2788920"/>
            <a:ext cx="4297680" cy="10515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34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309067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unavailable  ·  Auto-scaling runs wild ($50/mo → $5,000/hr)  ·  Trust destroyed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88920"/>
            <a:ext cx="4297680" cy="1051560"/>
          </a:xfrm>
          <a:prstGeom prst="rect">
            <a:avLst/>
          </a:prstGeom>
          <a:solidFill>
            <a:srgbClr val="0D1A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834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309067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learns normal traffic baseline  ·  Detects novel flood patterns  ·  Flags Slowloris that looks like real users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" y="3931920"/>
            <a:ext cx="877824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9867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DDoS detection asks: 'Is this a known attack?' AI asks: 'Does this traffic look like anything we've seen before?' If the answer is no — it alerts."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ACT ONE, SCENE TWO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Escalation: The Kill Chain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developer commits code to GitHub. An AWS key is hidden. In 11 minutes, a bot finds it. In 20, someone is your admin."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160020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0759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874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130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leaked GitHub key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1828800"/>
            <a:ext cx="16459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1371600"/>
            <a:ext cx="160020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3258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30759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93392" y="1874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93392" y="2130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your entire layout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47872" y="1828800"/>
            <a:ext cx="164592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371600"/>
            <a:ext cx="160020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61104" y="13258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30759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58184" y="1874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58184" y="2130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admin via SSRF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12664" y="1828800"/>
            <a:ext cx="164592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7256" y="1371600"/>
            <a:ext cx="160020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5896" y="13258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25896" y="130759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22976" y="1874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22976" y="2130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→ S3 → Lambda → RDS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77456" y="1828800"/>
            <a:ext cx="16459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2048" y="1371600"/>
            <a:ext cx="160020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90688" y="1325880"/>
            <a:ext cx="502920" cy="50292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0688" y="130759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87768" y="1874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87768" y="21305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leaves via API calls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" y="2423160"/>
            <a:ext cx="877824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441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– Initial Access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71800" y="244144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mandatory · Secrets scanning in CI/CD · Rotate keys every 90 days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2880" y="2907792"/>
            <a:ext cx="877824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– Discovery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71800" y="29260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List/Describe permissions · AI flags 'user never called ListRoles before'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" y="3392424"/>
            <a:ext cx="877824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4107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– Exploitation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971800" y="341071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IMDSv2 · IAM Access Analyzer · AI detects unusual AssumeRole at 3 AM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3877056"/>
            <a:ext cx="877824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8953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– Lateral Movement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71800" y="389534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VPCs + Security Groups · SCPs · Graph Neural Networks flag unusual paths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82880" y="4361688"/>
            <a:ext cx="877824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379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– Exfiltration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971800" y="437997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· DLP · AI detects 10x normal data volume at 2 AM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ACT ONE, SCENE THREE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Insider Threat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9418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dangerous attacker doesn't break in. They were never locked out."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2834640" cy="2240280"/>
          </a:xfrm>
          <a:prstGeom prst="rect">
            <a:avLst/>
          </a:prstGeom>
          <a:solidFill>
            <a:srgbClr val="1A22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325880"/>
            <a:ext cx="28346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990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5910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Insider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9476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1396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Disgruntled employee · Departing worker downloading everything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8620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access · AI monitors large downloads &amp; off-hours API calls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325880"/>
            <a:ext cx="2834640" cy="224028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32588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3990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46120" y="15910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Negligent Employee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19476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46120" y="21396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S3 bucket · 70% of breaches from misconfiguration (IBM)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28620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config auditing · AI detects public bucket creation before exposure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325880"/>
            <a:ext cx="2834640" cy="224028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32588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3990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0" y="15910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User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19476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21396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· Phishing · Stolen session cookies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28620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behavioral baseline · Impossible travel detection · Auto MFA challenge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657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Indicators That Save You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2880" y="3995928"/>
            <a:ext cx="1600200" cy="59436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023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login times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38528" y="3995928"/>
            <a:ext cx="1600200" cy="594360"/>
          </a:xfrm>
          <a:prstGeom prst="rect">
            <a:avLst/>
          </a:prstGeom>
          <a:solidFill>
            <a:srgbClr val="1A22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84248" y="4023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downloads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94176" y="3995928"/>
            <a:ext cx="1600200" cy="59436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39896" y="4023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changes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49824" y="3995928"/>
            <a:ext cx="1600200" cy="59436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95544" y="4023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outside job scope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05472" y="3995928"/>
            <a:ext cx="1600200" cy="594360"/>
          </a:xfrm>
          <a:prstGeom prst="rect">
            <a:avLst/>
          </a:prstGeom>
          <a:solidFill>
            <a:srgbClr val="1A22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51192" y="40233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to unknown IP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·  ACT TWO: THE FLAWED SHIELD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Signature-Based IDS Fails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41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signature is a description of an attack that already happened. By the time you write it, the attacker has moved on."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2834640" cy="1508760"/>
          </a:xfrm>
          <a:prstGeom prst="rect">
            <a:avLst/>
          </a:prstGeom>
          <a:solidFill>
            <a:srgbClr val="0D1A0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35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 false positives — trusted alerts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0756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— deterministic matching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4140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Auditable — you see the rule triggered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5760720" cy="15087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35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AGAINST EVERY CLOUD ATTACK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Volumetric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1737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signature for 'too much traffic'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2011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App Layer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2011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Slowloris looks like real HTTP traffic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286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AssumeRole is a legitimate API call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2560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2560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credentials. Legitimate actions.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3017520"/>
            <a:ext cx="283464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44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ATTACKS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BYPASSES SIGNATURE IDS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3017520"/>
            <a:ext cx="283464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044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 PAYLOADS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BYPASSES SIGNATURE IDS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83464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044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TRAFFIC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BYPASSES SIGNATURE IDS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3639312"/>
            <a:ext cx="8778240" cy="77724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7033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VERDICT: The old shield is full of holes. Every cloud attack we've described would pass through signature-based IDS without a single alert.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·  ACT THREE: THE NEW SHIELD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Anomaly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doesn't ask: Is this attack known? It asks: Does this behavior belong here?"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2834640" cy="23317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325880"/>
            <a:ext cx="28346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432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with Answer Key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011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2037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SVM · Neural Networks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560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752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DDoS patterns, known PrivEsc techniques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163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LIMIT: Needs labeled data. Can't catch unknown.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325880"/>
            <a:ext cx="2834640" cy="233172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132588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4612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011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2037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Autoencoders · Isolation Forest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560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46120" y="2752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DDoS, novel PrivEsc, insider anomalies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3163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LIMIT: Higher false positives. Requires tuning.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1325880"/>
            <a:ext cx="2834640" cy="2331720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325880"/>
            <a:ext cx="28346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1792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Weaver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011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22037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Transformers · Graph Neural Networks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560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2752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movement, multi-stage attacks over time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163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LIMIT: Expensive. Needs massive data.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Matrix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3904488"/>
            <a:ext cx="2121408" cy="219456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913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359152" y="3904488"/>
            <a:ext cx="2121408" cy="219456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04872" y="3913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35424" y="3904488"/>
            <a:ext cx="2121408" cy="219456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81144" y="3913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11696" y="3904488"/>
            <a:ext cx="2121408" cy="219456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57416" y="3913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2880" y="4142232"/>
            <a:ext cx="2121408" cy="182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4151376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DDoS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359152" y="4142232"/>
            <a:ext cx="2121408" cy="182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04872" y="4151376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35424" y="4142232"/>
            <a:ext cx="2121408" cy="182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81144" y="4151376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11696" y="4142232"/>
            <a:ext cx="2121408" cy="182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57416" y="4151376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82880" y="4334256"/>
            <a:ext cx="2121408" cy="182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34340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DDoS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359152" y="4334256"/>
            <a:ext cx="2121408" cy="182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04872" y="434340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35424" y="4334256"/>
            <a:ext cx="2121408" cy="182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81144" y="434340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711696" y="4334256"/>
            <a:ext cx="2121408" cy="182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57416" y="4343400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82880" y="4526280"/>
            <a:ext cx="2121408" cy="182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535424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359152" y="4526280"/>
            <a:ext cx="2121408" cy="182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04872" y="4535424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35424" y="4526280"/>
            <a:ext cx="2121408" cy="182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81144" y="4535424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711696" y="4526280"/>
            <a:ext cx="2121408" cy="1828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57416" y="4535424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82880" y="4718304"/>
            <a:ext cx="2121408" cy="182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" y="4727448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359152" y="4718304"/>
            <a:ext cx="2121408" cy="182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04872" y="4727448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535424" y="4718304"/>
            <a:ext cx="2121408" cy="182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81144" y="4727448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711696" y="4718304"/>
            <a:ext cx="2121408" cy="182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57416" y="4727448"/>
            <a:ext cx="2011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 ·  ACT THREE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Guard  vs  The New Shield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0" y="1005840"/>
            <a:ext cx="2834640" cy="3657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0241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IDS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005840"/>
            <a:ext cx="3017520" cy="365760"/>
          </a:xfrm>
          <a:prstGeom prst="rect">
            <a:avLst/>
          </a:prstGeom>
          <a:solidFill>
            <a:srgbClr val="0D1A0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0241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463040"/>
            <a:ext cx="265176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463040"/>
            <a:ext cx="283464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1463040"/>
            <a:ext cx="301752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81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detection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99232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Impossible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16752" y="14813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Designed for 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938528"/>
            <a:ext cx="26517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938528"/>
            <a:ext cx="283464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938528"/>
            <a:ext cx="301752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9568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99232" y="19568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(misses real attacks)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16752" y="19568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(catches more)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414016"/>
            <a:ext cx="265176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2414016"/>
            <a:ext cx="283464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414016"/>
            <a:ext cx="301752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432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new attacks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99232" y="24323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Manual updates only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16752" y="24323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Continuous learning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2889504"/>
            <a:ext cx="26517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0" y="2889504"/>
            <a:ext cx="283464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889504"/>
            <a:ext cx="301752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907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99232" y="29077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 — rule triggered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16752" y="29077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Lower — model anomaly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3364992"/>
            <a:ext cx="265176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3364992"/>
            <a:ext cx="283464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364992"/>
            <a:ext cx="301752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383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traffic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99232" y="3383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Blind to payload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16752" y="33832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Analyzes metadata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3840480"/>
            <a:ext cx="265176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0" y="3840480"/>
            <a:ext cx="283464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840480"/>
            <a:ext cx="3017520" cy="42062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858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detection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99232" y="3858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signature exists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16752" y="38587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Behavior baseline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4315968"/>
            <a:ext cx="265176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4315968"/>
            <a:ext cx="283464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4315968"/>
            <a:ext cx="3017520" cy="420624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33425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complexity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99232" y="43342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Low — deploy + rules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16752" y="4334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 — needs training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" y="4754880"/>
            <a:ext cx="8778240" cy="18288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764024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"Signature IDS = a rifle. Precise, but limited. AI anomaly detection = a radar system. It sees everything. It flags what's strange."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·  ACT FOUR: REAL-WORLD HEROES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GuardDuty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941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Cloud-Native Hunter — GuardDuty doesn't sleep. It watches every API call, every VPC flow, every DNS query.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82880" y="1371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691640"/>
            <a:ext cx="402336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691640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09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Flow Logs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9110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network connection in your cloud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2194560"/>
            <a:ext cx="402336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194560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2414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— who, what, when, where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697480"/>
            <a:ext cx="402336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697480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715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" y="2916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your instances query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3200400"/>
            <a:ext cx="402336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3200400"/>
            <a:ext cx="54864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218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Audit Logs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" y="34198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in your Kubernetes clusters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13716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1691640"/>
            <a:ext cx="448056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7099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17720" y="19110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Flow Log anomaly + threat intel (known C2 IPs)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2194560"/>
            <a:ext cx="448056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212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7720" y="241401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AssumeRole, CreateAccessKey patterns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2697480"/>
            <a:ext cx="448056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7157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17720" y="29169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anomalies, API volume changes, unusual hours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0560" y="3200400"/>
            <a:ext cx="4480560" cy="438912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2186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Crypto-mining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17720" y="34198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queries to mining pools + CPU pattern on EC2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2880" y="3794760"/>
            <a:ext cx="8778240" cy="914400"/>
          </a:xfrm>
          <a:prstGeom prst="rect">
            <a:avLst/>
          </a:prstGeom>
          <a:solidFill>
            <a:srgbClr val="0D1A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"GuardDuty detected a compromised EC2 instance making DNS queries to a mining pool in a different country — no signature existed. Behavior was anomalous. Alert fired. Instance isolated. Mining stopped."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·  ACT FOUR: REAL-WORLD HEROES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9418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SIEM That Fights Back — Collect everywhere. Detect with ML. Investigate with graphs. Respond automatically.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2880" y="1325880"/>
            <a:ext cx="2084832" cy="2331720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371600"/>
            <a:ext cx="594360" cy="5943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362456"/>
            <a:ext cx="594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native · Multi-cloud (AWS, GCP) · On-prem · Microsoft 365 · 200+ connectors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95728" y="1325880"/>
            <a:ext cx="2084832" cy="233172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45536" y="137160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1362456"/>
            <a:ext cx="594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41448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87168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ML correlates alerts across kill chain stages — phishing + unusual login + data download = ONE incident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1325880"/>
            <a:ext cx="2084832" cy="233172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58384" y="137160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362456"/>
            <a:ext cx="594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54296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graph: which user touched which server, which IP connected to which database, with full timeline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21424" y="1325880"/>
            <a:ext cx="2084832" cy="2331720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71232" y="137160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1362456"/>
            <a:ext cx="594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67144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12864" y="23774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Logic Apps playbooks: isolate host, revoke credentials, notify team, open ticket — all automated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Coverage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82880" y="4069080"/>
            <a:ext cx="8778240" cy="256032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873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40280" y="40873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DDoS Protection + Fusion ML cross-alert correlation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4361688"/>
            <a:ext cx="8778240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3799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40280" y="437997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UEBA flags role assignment anomalies and unusual privilege grants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4654296"/>
            <a:ext cx="8778240" cy="256032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72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40280" y="467258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graph shows all access before departure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2880" y="4681728"/>
            <a:ext cx="8778240" cy="256032"/>
          </a:xfrm>
          <a:prstGeom prst="rect">
            <a:avLst/>
          </a:prstGeom>
          <a:solidFill>
            <a:srgbClr val="0D1F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70001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just detection. Response. The loop closes automatically." — The Sentinel Promise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 in the Age of AI</dc:title>
  <dc:subject>PptxGenJS Presentation</dc:subject>
  <dc:creator>PptxGenJS</dc:creator>
  <cp:lastModifiedBy>PptxGenJS</cp:lastModifiedBy>
  <cp:revision>1</cp:revision>
  <dcterms:created xsi:type="dcterms:W3CDTF">2026-04-22T12:20:51Z</dcterms:created>
  <dcterms:modified xsi:type="dcterms:W3CDTF">2026-04-22T12:20:51Z</dcterms:modified>
</cp:coreProperties>
</file>